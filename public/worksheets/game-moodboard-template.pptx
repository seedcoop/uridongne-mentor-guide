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e388089c824945" /><Relationship Type="http://schemas.openxmlformats.org/officeDocument/2006/relationships/extended-properties" Target="/docProps/app.xml" Id="Rdf370010388d48e9" /><Relationship Type="http://schemas.openxmlformats.org/officeDocument/2006/relationships/officeDocument" Target="/ppt/presentation.xml" Id="R41849eaaeeae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396ca4fc1741b5"/>
  </p:sldMasterIdLst>
  <p:notesMasterIdLst>
    <p:notesMasterId xmlns:r="http://schemas.openxmlformats.org/officeDocument/2006/relationships" r:id="R5bdbaa9db6af488d"/>
  </p:notesMasterIdLst>
  <p:sldIdLst>
    <p:sldId xmlns:r="http://schemas.openxmlformats.org/officeDocument/2006/relationships" id="256" r:id="R6df78e0962ab40fa"/>
    <p:sldId xmlns:r="http://schemas.openxmlformats.org/officeDocument/2006/relationships" id="257" r:id="Rfa1a610223764943"/>
    <p:sldId xmlns:r="http://schemas.openxmlformats.org/officeDocument/2006/relationships" id="258" r:id="R2d8b9e7596c6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a4ae780f8941b6" /><Relationship Type="http://schemas.openxmlformats.org/officeDocument/2006/relationships/slideMaster" Target="/ppt/slideMasters/slideMaster1.xml" Id="Rf1396ca4fc1741b5" /><Relationship Type="http://schemas.openxmlformats.org/officeDocument/2006/relationships/notesMaster" Target="/ppt/notesMasters/notesMaster1.xml" Id="R5bdbaa9db6af488d" /><Relationship Type="http://schemas.openxmlformats.org/officeDocument/2006/relationships/presProps" Target="/ppt/presProps.xml" Id="R3c6f6b1ef3c94c22" /><Relationship Type="http://schemas.openxmlformats.org/officeDocument/2006/relationships/tableStyles" Target="/ppt/tableStyles.xml" Id="R5a480794c9324dac" /><Relationship Type="http://schemas.openxmlformats.org/officeDocument/2006/relationships/slide" Target="/ppt/slides/slide1.xml" Id="R6df78e0962ab40fa" /><Relationship Type="http://schemas.openxmlformats.org/officeDocument/2006/relationships/slide" Target="/ppt/slides/slide2.xml" Id="Rfa1a610223764943" /><Relationship Type="http://schemas.openxmlformats.org/officeDocument/2006/relationships/slide" Target="/ppt/slides/slide3.xml" Id="R2d8b9e7596c6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7db690d62648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eaec08c824af8" /><Relationship Type="http://schemas.openxmlformats.org/officeDocument/2006/relationships/notesMaster" Target="/ppt/notesMasters/notesMaster1.xml" Id="Rb54891ff231441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28019cb3004a51" /><Relationship Type="http://schemas.openxmlformats.org/officeDocument/2006/relationships/notesMaster" Target="/ppt/notesMasters/notesMaster1.xml" Id="Ra00ba1a055b64c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34265bdad4bd5" /><Relationship Type="http://schemas.openxmlformats.org/officeDocument/2006/relationships/notesMaster" Target="/ppt/notesMasters/notesMaster1.xml" Id="R27754a781cdc48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빈 작성용 무드보드입니다. 팀 이름, 게임 제목, 색깔 3~6개, 로고·상징 후보 1개, 참고 이미지 3장과 고른 이유·출처, 피하고 싶은 표현 3~5개를 편집합니다. 색 원과 글자는 PowerPoint 기본 개체입니다.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예시 게임 기획: 동네를 탐험하며 보물을 찾는 게임. 색과 상징, 이미지, 피할 표현은 예시 선택이며 정답이 아닙니다.</a:t>
            </a:r>
          </a:p>
          <a:p xmlns:a="http://schemas.openxmlformats.org/drawingml/2006/main">
            <a:r>
              <a:t>이미지 출처: 사용자 제공 (최종)스마일게이트_HEALing_우리-동네-플레이어_상세페이지_260907.psd에서 추출한 character-explorer-original.png, character-jump-original.png, character-running-original.png, controller-blue-original.png. 시각 참고 이미지의 비율을 유지했습니다.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본교육 2차시 20~55분에 진행하는 35분 활동입니다. 0~5분 기획 한 문장과 팀 이름·게임 제목, 5~10분 색깔 3~6개와 느낌 낱말, 10~15분 임시 상징 1개, 15~27분 참고 이미지 3장과 이유·출처, 27~32분 피할 표현 3~5개와 서로 설명, 32~35분 무드보드 PNG와 무드보드 JSON을 저장합니다. JSON은 무드보드 도구에서 다시 열 수 있는 기록 파일입니다.</a:t>
            </a:r>
          </a:p>
          <a:p xmlns:a="http://schemas.openxmlformats.org/drawingml/2006/main">
            <a:r>
              <a:t>멘토는 이미지 후보 6~9개를 미리 준비합니다. 청소년이 고르고 이유를 말하도록 돕고, 최종 그림의 매끈함을 평가하지 않습니다. 상징은 손그림이나 준비한 이미지 한 개로 시작해도 됩니다. 생성이 늦으면 60~100분 이미지 활동에서 비교·선택합니다.</a:t>
            </a:r>
          </a:p>
          <a:p xmlns:a="http://schemas.openxmlformats.org/drawingml/2006/main">
            <a:r>
              <a:t>연수 압축 시연은 5분 안에서 예시를 보고 색 한 개와 이미지 한 장의 이유를 설명하는 방식으로 운영할 수 있습니다. 본교육 35분 활동과 구분해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e281b5bee49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3abe6b38e43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4462e923547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f7f3d265a49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7814236b04b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765e37ce544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8D1C9-3E1E-4474-B162-60660F1E3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273C05-958D-4903-B180-25FCF4286E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1B168E-B387-455C-A72C-025467A80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033C94-051C-4763-8073-074684592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1B561D-0F8D-491D-8BBD-92D66200B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CE9F96-6104-47F3-A3DD-F76C3290B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7A94EA-A9F1-4BB4-B887-E2E2376FE8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8F8F81-0D20-4426-82D0-3A2F6E774A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9D7713-1843-4941-B5FD-A05C8B482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47E67-2BE2-451F-A7CA-BBBDA46DA2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2eec7a454e4c97" /><Relationship Type="http://schemas.openxmlformats.org/officeDocument/2006/relationships/slideLayout" Target="/ppt/slideLayouts/slideLayout1.xml" Id="R4fed02715ce747fe" /><Relationship Type="http://schemas.openxmlformats.org/officeDocument/2006/relationships/slideLayout" Target="/ppt/slideLayouts/slideLayout2.xml" Id="R21c673f07b5d4e88" /><Relationship Type="http://schemas.openxmlformats.org/officeDocument/2006/relationships/slideLayout" Target="/ppt/slideLayouts/slideLayout3.xml" Id="R2f0c80b7827c4ec4" /><Relationship Type="http://schemas.openxmlformats.org/officeDocument/2006/relationships/slideLayout" Target="/ppt/slideLayouts/slideLayout4.xml" Id="R7bf6842b880d417d" /><Relationship Type="http://schemas.openxmlformats.org/officeDocument/2006/relationships/slideLayout" Target="/ppt/slideLayouts/slideLayout5.xml" Id="R2a2352d3be3046c8" /><Relationship Type="http://schemas.openxmlformats.org/officeDocument/2006/relationships/slideLayout" Target="/ppt/slideLayouts/slideLayout6.xml" Id="R66e0ffd247e74e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d02715ce747fe"/>
    <p:sldLayoutId xmlns:r="http://schemas.openxmlformats.org/officeDocument/2006/relationships" id="2147483650" r:id="R21c673f07b5d4e88"/>
    <p:sldLayoutId xmlns:r="http://schemas.openxmlformats.org/officeDocument/2006/relationships" id="2147483651" r:id="R2f0c80b7827c4ec4"/>
    <p:sldLayoutId xmlns:r="http://schemas.openxmlformats.org/officeDocument/2006/relationships" id="2147483652" r:id="R7bf6842b880d417d"/>
    <p:sldLayoutId xmlns:r="http://schemas.openxmlformats.org/officeDocument/2006/relationships" id="2147483653" r:id="R2a2352d3be3046c8"/>
    <p:sldLayoutId xmlns:r="http://schemas.openxmlformats.org/officeDocument/2006/relationships" id="2147483654" r:id="R66e0ffd247e74e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c70937e064fba" /><Relationship Type="http://schemas.openxmlformats.org/officeDocument/2006/relationships/notesSlide" Target="/ppt/notesSlides/notesSlide1.xml" Id="Rd055bffb7a0d4e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af150f4f1454d" /><Relationship Type="http://schemas.openxmlformats.org/officeDocument/2006/relationships/image" Target="/ppt/media/image.png" Id="R6c14c89d8fcd402c" /><Relationship Type="http://schemas.openxmlformats.org/officeDocument/2006/relationships/image" Target="/ppt/media/image2.png" Id="R6c12008ea3624339" /><Relationship Type="http://schemas.openxmlformats.org/officeDocument/2006/relationships/image" Target="/ppt/media/image3.png" Id="R24b790ed54844d6f" /><Relationship Type="http://schemas.openxmlformats.org/officeDocument/2006/relationships/image" Target="/ppt/media/image4.png" Id="Re8fc01d65bf64121" /><Relationship Type="http://schemas.openxmlformats.org/officeDocument/2006/relationships/notesSlide" Target="/ppt/notesSlides/notesSlide2.xml" Id="R28abdb7c71c8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e00ad2443a4931" /><Relationship Type="http://schemas.openxmlformats.org/officeDocument/2006/relationships/notesSlide" Target="/ppt/notesSlides/notesSlide3.xml" Id="Rc6cef507768543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무드보드 바탕">
            <a:extLst xmlns:a="http://schemas.openxmlformats.org/drawingml/2006/main">
              <a:ext uri="{FF2B5EF4-FFF2-40B4-BE49-F238E27FC236}">
                <a16:creationId xmlns:a16="http://schemas.microsoft.com/office/drawing/2014/main" id="{5BA36992-1DF2-4FE2-9918-CFCB85BD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편집 가능한 무드보드 표">
            <a:extLst xmlns:a="http://schemas.openxmlformats.org/drawingml/2006/main">
              <a:ext uri="{FF2B5EF4-FFF2-40B4-BE49-F238E27FC236}">
                <a16:creationId xmlns:a16="http://schemas.microsoft.com/office/drawing/2014/main" id="{CC535057-EBD3-4270-8D48-EC0AD3E6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BCFDF"/>
            </a:solidFill>
            <a:prstDash val="solid"/>
          </a:ln>
        </p:spPr>
      </p:sp>
      <p:sp>
        <p:nvSpPr>
          <p:cNvPr id="3" name="팀 이름 항목">
            <a:extLst xmlns:a="http://schemas.openxmlformats.org/drawingml/2006/main">
              <a:ext uri="{FF2B5EF4-FFF2-40B4-BE49-F238E27FC236}">
                <a16:creationId xmlns:a16="http://schemas.microsoft.com/office/drawing/2014/main" id="{8BC68B50-DD08-4C81-AFE5-60CFD1A5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4" name="팀 이름">
            <a:extLst xmlns:a="http://schemas.openxmlformats.org/drawingml/2006/main">
              <a:ext uri="{FF2B5EF4-FFF2-40B4-BE49-F238E27FC236}">
                <a16:creationId xmlns:a16="http://schemas.microsoft.com/office/drawing/2014/main" id="{626C0EB8-84C7-48BA-9D9B-538FD5D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팀 이름</a:t>
            </a:r>
          </a:p>
        </p:txBody>
      </p:sp>
      <p:sp>
        <p:nvSpPr>
          <p:cNvPr id="5" name="게임 제목 항목">
            <a:extLst xmlns:a="http://schemas.openxmlformats.org/drawingml/2006/main">
              <a:ext uri="{FF2B5EF4-FFF2-40B4-BE49-F238E27FC236}">
                <a16:creationId xmlns:a16="http://schemas.microsoft.com/office/drawing/2014/main" id="{1AE4F365-88D8-464A-B471-48608C34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0485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6" name="게임 제목">
            <a:extLst xmlns:a="http://schemas.openxmlformats.org/drawingml/2006/main">
              <a:ext uri="{FF2B5EF4-FFF2-40B4-BE49-F238E27FC236}">
                <a16:creationId xmlns:a16="http://schemas.microsoft.com/office/drawing/2014/main" id="{59E94F1D-1502-42DB-A530-05E83B2A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247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게임 제목</a:t>
            </a:r>
          </a:p>
        </p:txBody>
      </p:sp>
      <p:sp>
        <p:nvSpPr>
          <p:cNvPr id="7" name="색깔&#10;3~6개 항목">
            <a:extLst xmlns:a="http://schemas.openxmlformats.org/drawingml/2006/main">
              <a:ext uri="{FF2B5EF4-FFF2-40B4-BE49-F238E27FC236}">
                <a16:creationId xmlns:a16="http://schemas.microsoft.com/office/drawing/2014/main" id="{320AFD3E-3009-4208-ADE2-93092DA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81100"/>
            <a:ext cx="1790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8" name="색깔&#10;3~6개">
            <a:extLst xmlns:a="http://schemas.openxmlformats.org/drawingml/2006/main">
              <a:ext uri="{FF2B5EF4-FFF2-40B4-BE49-F238E27FC236}">
                <a16:creationId xmlns:a16="http://schemas.microsoft.com/office/drawing/2014/main" id="{CDEE351C-1F84-4AD5-A954-FE4FEFF6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28725"/>
            <a:ext cx="1485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색깔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3~6개</a:t>
            </a:r>
          </a:p>
        </p:txBody>
      </p:sp>
      <p:sp>
        <p:nvSpPr>
          <p:cNvPr id="9" name="참고 이미지&#10;3장 항목">
            <a:extLst xmlns:a="http://schemas.openxmlformats.org/drawingml/2006/main">
              <a:ext uri="{FF2B5EF4-FFF2-40B4-BE49-F238E27FC236}">
                <a16:creationId xmlns:a16="http://schemas.microsoft.com/office/drawing/2014/main" id="{6A9353BE-BDCA-4FAA-B66E-625D5504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190750"/>
            <a:ext cx="17907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0" name="참고 이미지&#10;3장">
            <a:extLst xmlns:a="http://schemas.openxmlformats.org/drawingml/2006/main">
              <a:ext uri="{FF2B5EF4-FFF2-40B4-BE49-F238E27FC236}">
                <a16:creationId xmlns:a16="http://schemas.microsoft.com/office/drawing/2014/main" id="{68AB8D1C-C0CC-4D11-821E-1C896D1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14859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참고 이미지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3장</a:t>
            </a:r>
          </a:p>
        </p:txBody>
      </p:sp>
      <p:sp>
        <p:nvSpPr>
          <p:cNvPr id="11" name="피하고 싶은&#10;표현 3~5개 항목">
            <a:extLst xmlns:a="http://schemas.openxmlformats.org/drawingml/2006/main">
              <a:ext uri="{FF2B5EF4-FFF2-40B4-BE49-F238E27FC236}">
                <a16:creationId xmlns:a16="http://schemas.microsoft.com/office/drawing/2014/main" id="{E71DDDAF-DFDF-49D0-B619-AF6DE4C6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75310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2" name="피하고 싶은&#10;표현 3~5개">
            <a:extLst xmlns:a="http://schemas.openxmlformats.org/drawingml/2006/main">
              <a:ext uri="{FF2B5EF4-FFF2-40B4-BE49-F238E27FC236}">
                <a16:creationId xmlns:a16="http://schemas.microsoft.com/office/drawing/2014/main" id="{6600054A-C9D1-47D2-9BBF-D3E9CB8B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0072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피하고 싶은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표현 3~5개</a:t>
            </a:r>
          </a:p>
        </p:txBody>
      </p:sp>
      <p:sp>
        <p:nvSpPr>
          <p:cNvPr id="13" name="팀 이름 입력란">
            <a:extLst xmlns:a="http://schemas.openxmlformats.org/drawingml/2006/main">
              <a:ext uri="{FF2B5EF4-FFF2-40B4-BE49-F238E27FC236}">
                <a16:creationId xmlns:a16="http://schemas.microsoft.com/office/drawing/2014/main" id="{75A8F547-941F-4876-BE2A-B8D28C3F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4" name="게임 제목 입력란">
            <a:extLst xmlns:a="http://schemas.openxmlformats.org/drawingml/2006/main">
              <a:ext uri="{FF2B5EF4-FFF2-40B4-BE49-F238E27FC236}">
                <a16:creationId xmlns:a16="http://schemas.microsoft.com/office/drawing/2014/main" id="{FE389BA1-6B18-4129-A08D-60DAE531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0485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5" name="색깔 입력란">
            <a:extLst xmlns:a="http://schemas.openxmlformats.org/drawingml/2006/main">
              <a:ext uri="{FF2B5EF4-FFF2-40B4-BE49-F238E27FC236}">
                <a16:creationId xmlns:a16="http://schemas.microsoft.com/office/drawing/2014/main" id="{36B1D098-A1C9-4510-A22D-C57D7AB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81100"/>
            <a:ext cx="7620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6" name="로고 상징 입력란">
            <a:extLst xmlns:a="http://schemas.openxmlformats.org/drawingml/2006/main">
              <a:ext uri="{FF2B5EF4-FFF2-40B4-BE49-F238E27FC236}">
                <a16:creationId xmlns:a16="http://schemas.microsoft.com/office/drawing/2014/main" id="{CB9F2BB9-0200-445F-AE05-C55DBD50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3241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7" name="로고 상징 제목">
            <a:extLst xmlns:a="http://schemas.openxmlformats.org/drawingml/2006/main">
              <a:ext uri="{FF2B5EF4-FFF2-40B4-BE49-F238E27FC236}">
                <a16:creationId xmlns:a16="http://schemas.microsoft.com/office/drawing/2014/main" id="{CEAD8A57-C261-4B45-8B0C-795BA84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8" name="로고·상징 1개">
            <a:extLst xmlns:a="http://schemas.openxmlformats.org/drawingml/2006/main">
              <a:ext uri="{FF2B5EF4-FFF2-40B4-BE49-F238E27FC236}">
                <a16:creationId xmlns:a16="http://schemas.microsoft.com/office/drawing/2014/main" id="{69F120D0-40EA-4582-B3EC-4C2DCAFC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67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로고·상징 1개</a:t>
            </a:r>
          </a:p>
        </p:txBody>
      </p:sp>
      <p:sp>
        <p:nvSpPr>
          <p:cNvPr id="19" name="팀 이름을 적어요">
            <a:extLst xmlns:a="http://schemas.openxmlformats.org/drawingml/2006/main">
              <a:ext uri="{FF2B5EF4-FFF2-40B4-BE49-F238E27FC236}">
                <a16:creationId xmlns:a16="http://schemas.microsoft.com/office/drawing/2014/main" id="{42DFE59A-04B7-453F-B6E6-D61B263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670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2250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rPr>
              <a:t>팀 이름을 적어요</a:t>
            </a:r>
          </a:p>
        </p:txBody>
      </p:sp>
      <p:sp>
        <p:nvSpPr>
          <p:cNvPr id="20" name="게임 제목을 적어요">
            <a:extLst xmlns:a="http://schemas.openxmlformats.org/drawingml/2006/main">
              <a:ext uri="{FF2B5EF4-FFF2-40B4-BE49-F238E27FC236}">
                <a16:creationId xmlns:a16="http://schemas.microsoft.com/office/drawing/2014/main" id="{9119F5DA-27B4-4F68-807E-31C3C94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7429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2250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rPr>
              <a:t>게임 제목을 적어요</a:t>
            </a:r>
          </a:p>
        </p:txBody>
      </p:sp>
      <p:sp>
        <p:nvSpPr>
          <p:cNvPr id="21" name="편집 가능한 색깔 1">
            <a:extLst xmlns:a="http://schemas.openxmlformats.org/drawingml/2006/main">
              <a:ext uri="{FF2B5EF4-FFF2-40B4-BE49-F238E27FC236}">
                <a16:creationId xmlns:a16="http://schemas.microsoft.com/office/drawing/2014/main" id="{5ABD0E38-9398-4AA2-9884-444C0FC3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22" name="색 1">
            <a:extLst xmlns:a="http://schemas.openxmlformats.org/drawingml/2006/main">
              <a:ext uri="{FF2B5EF4-FFF2-40B4-BE49-F238E27FC236}">
                <a16:creationId xmlns:a16="http://schemas.microsoft.com/office/drawing/2014/main" id="{CC6FEEDA-293F-488F-BF8B-39DE0929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색 1</a:t>
            </a:r>
          </a:p>
        </p:txBody>
      </p:sp>
      <p:sp>
        <p:nvSpPr>
          <p:cNvPr id="23" name="편집 가능한 색깔 2">
            <a:extLst xmlns:a="http://schemas.openxmlformats.org/drawingml/2006/main">
              <a:ext uri="{FF2B5EF4-FFF2-40B4-BE49-F238E27FC236}">
                <a16:creationId xmlns:a16="http://schemas.microsoft.com/office/drawing/2014/main" id="{23C575C7-E8A9-4C3D-AEB5-9226D202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24" name="색 2">
            <a:extLst xmlns:a="http://schemas.openxmlformats.org/drawingml/2006/main">
              <a:ext uri="{FF2B5EF4-FFF2-40B4-BE49-F238E27FC236}">
                <a16:creationId xmlns:a16="http://schemas.microsoft.com/office/drawing/2014/main" id="{B3FA0F8A-150B-491F-848E-E2291C92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색 2</a:t>
            </a:r>
          </a:p>
        </p:txBody>
      </p:sp>
      <p:sp>
        <p:nvSpPr>
          <p:cNvPr id="25" name="편집 가능한 색깔 3">
            <a:extLst xmlns:a="http://schemas.openxmlformats.org/drawingml/2006/main">
              <a:ext uri="{FF2B5EF4-FFF2-40B4-BE49-F238E27FC236}">
                <a16:creationId xmlns:a16="http://schemas.microsoft.com/office/drawing/2014/main" id="{049ADEE3-399C-43D6-9D24-C0B2DFB5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26" name="색 3">
            <a:extLst xmlns:a="http://schemas.openxmlformats.org/drawingml/2006/main">
              <a:ext uri="{FF2B5EF4-FFF2-40B4-BE49-F238E27FC236}">
                <a16:creationId xmlns:a16="http://schemas.microsoft.com/office/drawing/2014/main" id="{5A08B0D9-B3D2-4A35-A9D1-A7FFFC5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색 3</a:t>
            </a:r>
          </a:p>
        </p:txBody>
      </p:sp>
      <p:sp>
        <p:nvSpPr>
          <p:cNvPr id="27" name="편집 가능한 색깔 4">
            <a:extLst xmlns:a="http://schemas.openxmlformats.org/drawingml/2006/main">
              <a:ext uri="{FF2B5EF4-FFF2-40B4-BE49-F238E27FC236}">
                <a16:creationId xmlns:a16="http://schemas.microsoft.com/office/drawing/2014/main" id="{67F4EB4B-D68F-4419-84C9-D2FD3DFD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28" name="색 4">
            <a:extLst xmlns:a="http://schemas.openxmlformats.org/drawingml/2006/main">
              <a:ext uri="{FF2B5EF4-FFF2-40B4-BE49-F238E27FC236}">
                <a16:creationId xmlns:a16="http://schemas.microsoft.com/office/drawing/2014/main" id="{C1AFA9DB-9868-41E9-9586-BB2A3D0A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색 4</a:t>
            </a:r>
          </a:p>
        </p:txBody>
      </p:sp>
      <p:sp>
        <p:nvSpPr>
          <p:cNvPr id="29" name="편집 가능한 색깔 5">
            <a:extLst xmlns:a="http://schemas.openxmlformats.org/drawingml/2006/main">
              <a:ext uri="{FF2B5EF4-FFF2-40B4-BE49-F238E27FC236}">
                <a16:creationId xmlns:a16="http://schemas.microsoft.com/office/drawing/2014/main" id="{1BD64D15-5F42-461B-9229-3383A26A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30" name="색 5">
            <a:extLst xmlns:a="http://schemas.openxmlformats.org/drawingml/2006/main">
              <a:ext uri="{FF2B5EF4-FFF2-40B4-BE49-F238E27FC236}">
                <a16:creationId xmlns:a16="http://schemas.microsoft.com/office/drawing/2014/main" id="{021048B8-64FB-4E28-94CE-8DDF8AE9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색 5</a:t>
            </a:r>
          </a:p>
        </p:txBody>
      </p:sp>
      <p:sp>
        <p:nvSpPr>
          <p:cNvPr id="31" name="편집 가능한 색깔 6">
            <a:extLst xmlns:a="http://schemas.openxmlformats.org/drawingml/2006/main">
              <a:ext uri="{FF2B5EF4-FFF2-40B4-BE49-F238E27FC236}">
                <a16:creationId xmlns:a16="http://schemas.microsoft.com/office/drawing/2014/main" id="{7E52FF0F-C518-4126-AAF3-C76C43F0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32" name="색 6">
            <a:extLst xmlns:a="http://schemas.openxmlformats.org/drawingml/2006/main">
              <a:ext uri="{FF2B5EF4-FFF2-40B4-BE49-F238E27FC236}">
                <a16:creationId xmlns:a16="http://schemas.microsoft.com/office/drawing/2014/main" id="{4D4CDD94-47BB-432B-9402-64092FA1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색 6</a:t>
            </a:r>
          </a:p>
        </p:txBody>
      </p:sp>
      <p:sp>
        <p:nvSpPr>
          <p:cNvPr id="33" name="손그림이나&#10;준비 이미지를 넣어요">
            <a:extLst xmlns:a="http://schemas.openxmlformats.org/drawingml/2006/main">
              <a:ext uri="{FF2B5EF4-FFF2-40B4-BE49-F238E27FC236}">
                <a16:creationId xmlns:a16="http://schemas.microsoft.com/office/drawing/2014/main" id="{831104D7-3FC4-4FFA-AADA-B05E2B85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9535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725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손그림이나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725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준비 이미지를 넣어요</a:t>
            </a:r>
          </a:p>
        </p:txBody>
      </p:sp>
      <p:sp>
        <p:nvSpPr>
          <p:cNvPr id="34" name="거친 후보 1개면 충분해요">
            <a:extLst xmlns:a="http://schemas.openxmlformats.org/drawingml/2006/main">
              <a:ext uri="{FF2B5EF4-FFF2-40B4-BE49-F238E27FC236}">
                <a16:creationId xmlns:a16="http://schemas.microsoft.com/office/drawing/2014/main" id="{0342D357-39FF-4800-855D-23707209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097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거친 후보 1개면 충분해요</a:t>
            </a:r>
          </a:p>
        </p:txBody>
      </p:sp>
      <p:sp>
        <p:nvSpPr>
          <p:cNvPr id="35" name="참고 이미지 1 자리">
            <a:extLst xmlns:a="http://schemas.openxmlformats.org/drawingml/2006/main">
              <a:ext uri="{FF2B5EF4-FFF2-40B4-BE49-F238E27FC236}">
                <a16:creationId xmlns:a16="http://schemas.microsoft.com/office/drawing/2014/main" id="{EA82522A-71CE-45E4-A558-CDD1938B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81250"/>
            <a:ext cx="2990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D"/>
          </a:solidFill>
          <a:ln xmlns:a="http://schemas.openxmlformats.org/drawingml/2006/main" w="9525">
            <a:solidFill>
              <a:srgbClr val="9BCFDF"/>
            </a:solidFill>
            <a:prstDash val="solid"/>
          </a:ln>
        </p:spPr>
      </p:sp>
      <p:sp>
        <p:nvSpPr>
          <p:cNvPr id="36" name="참고 이미지 2 자리">
            <a:extLst xmlns:a="http://schemas.openxmlformats.org/drawingml/2006/main">
              <a:ext uri="{FF2B5EF4-FFF2-40B4-BE49-F238E27FC236}">
                <a16:creationId xmlns:a16="http://schemas.microsoft.com/office/drawing/2014/main" id="{E74167AD-EC5D-47E6-A3C5-FB014D39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81250"/>
            <a:ext cx="2990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D"/>
          </a:solidFill>
          <a:ln xmlns:a="http://schemas.openxmlformats.org/drawingml/2006/main" w="9525">
            <a:solidFill>
              <a:srgbClr val="9BCFDF"/>
            </a:solidFill>
            <a:prstDash val="solid"/>
          </a:ln>
        </p:spPr>
      </p:sp>
      <p:sp>
        <p:nvSpPr>
          <p:cNvPr id="37" name="참고 이미지 3 자리">
            <a:extLst xmlns:a="http://schemas.openxmlformats.org/drawingml/2006/main">
              <a:ext uri="{FF2B5EF4-FFF2-40B4-BE49-F238E27FC236}">
                <a16:creationId xmlns:a16="http://schemas.microsoft.com/office/drawing/2014/main" id="{AC51859F-35BB-40C5-91B2-21D4328E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990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D"/>
          </a:solidFill>
          <a:ln xmlns:a="http://schemas.openxmlformats.org/drawingml/2006/main" w="9525">
            <a:solidFill>
              <a:srgbClr val="9BCFDF"/>
            </a:solidFill>
            <a:prstDash val="solid"/>
          </a:ln>
        </p:spPr>
      </p:sp>
      <p:sp>
        <p:nvSpPr>
          <p:cNvPr id="38" name="참고 이미지 1">
            <a:extLst xmlns:a="http://schemas.openxmlformats.org/drawingml/2006/main">
              <a:ext uri="{FF2B5EF4-FFF2-40B4-BE49-F238E27FC236}">
                <a16:creationId xmlns:a16="http://schemas.microsoft.com/office/drawing/2014/main" id="{A3B412CE-562B-4185-9D2E-CAA2C340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622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rPr>
              <a:t>참고 이미지 1</a:t>
            </a:r>
          </a:p>
        </p:txBody>
      </p:sp>
      <p:sp>
        <p:nvSpPr>
          <p:cNvPr id="39" name="그림 전체가 보이게 넣어요">
            <a:extLst xmlns:a="http://schemas.openxmlformats.org/drawingml/2006/main">
              <a:ext uri="{FF2B5EF4-FFF2-40B4-BE49-F238E27FC236}">
                <a16:creationId xmlns:a16="http://schemas.microsoft.com/office/drawing/2014/main" id="{45F88B51-BA8F-4F0E-A2BE-01941AC7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그림 전체가 보이게 넣어요</a:t>
            </a:r>
          </a:p>
        </p:txBody>
      </p:sp>
      <p:sp>
        <p:nvSpPr>
          <p:cNvPr id="40" name="고른 이유: ______________">
            <a:extLst xmlns:a="http://schemas.openxmlformats.org/drawingml/2006/main">
              <a:ext uri="{FF2B5EF4-FFF2-40B4-BE49-F238E27FC236}">
                <a16:creationId xmlns:a16="http://schemas.microsoft.com/office/drawing/2014/main" id="{7D3B37F8-E947-4A6B-908E-5445DE2E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9053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고른 이유: ______________</a:t>
            </a:r>
          </a:p>
        </p:txBody>
      </p:sp>
      <p:sp>
        <p:nvSpPr>
          <p:cNvPr id="41" name="출처: __________________">
            <a:extLst xmlns:a="http://schemas.openxmlformats.org/drawingml/2006/main">
              <a:ext uri="{FF2B5EF4-FFF2-40B4-BE49-F238E27FC236}">
                <a16:creationId xmlns:a16="http://schemas.microsoft.com/office/drawing/2014/main" id="{617D3316-835D-438B-9959-C6620418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86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출처: __________________</a:t>
            </a:r>
          </a:p>
        </p:txBody>
      </p:sp>
      <p:sp>
        <p:nvSpPr>
          <p:cNvPr id="42" name="참고 이미지 2">
            <a:extLst xmlns:a="http://schemas.openxmlformats.org/drawingml/2006/main">
              <a:ext uri="{FF2B5EF4-FFF2-40B4-BE49-F238E27FC236}">
                <a16:creationId xmlns:a16="http://schemas.microsoft.com/office/drawing/2014/main" id="{12C16BCD-31A7-4FBF-9DF4-6378B4EE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22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rPr>
              <a:t>참고 이미지 2</a:t>
            </a:r>
          </a:p>
        </p:txBody>
      </p:sp>
      <p:sp>
        <p:nvSpPr>
          <p:cNvPr id="43" name="그림 전체가 보이게 넣어요">
            <a:extLst xmlns:a="http://schemas.openxmlformats.org/drawingml/2006/main">
              <a:ext uri="{FF2B5EF4-FFF2-40B4-BE49-F238E27FC236}">
                <a16:creationId xmlns:a16="http://schemas.microsoft.com/office/drawing/2014/main" id="{2D9AEE05-2F81-439C-80AC-E762BD9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290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그림 전체가 보이게 넣어요</a:t>
            </a:r>
          </a:p>
        </p:txBody>
      </p:sp>
      <p:sp>
        <p:nvSpPr>
          <p:cNvPr id="44" name="고른 이유: ______________">
            <a:extLst xmlns:a="http://schemas.openxmlformats.org/drawingml/2006/main">
              <a:ext uri="{FF2B5EF4-FFF2-40B4-BE49-F238E27FC236}">
                <a16:creationId xmlns:a16="http://schemas.microsoft.com/office/drawing/2014/main" id="{3C7E4C5B-7C8A-4A78-A329-7DB0A0A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053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고른 이유: ______________</a:t>
            </a:r>
          </a:p>
        </p:txBody>
      </p:sp>
      <p:sp>
        <p:nvSpPr>
          <p:cNvPr id="45" name="출처: __________________">
            <a:extLst xmlns:a="http://schemas.openxmlformats.org/drawingml/2006/main">
              <a:ext uri="{FF2B5EF4-FFF2-40B4-BE49-F238E27FC236}">
                <a16:creationId xmlns:a16="http://schemas.microsoft.com/office/drawing/2014/main" id="{4AF94F3E-E2E5-4BC6-9D0A-06393B1B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86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출처: __________________</a:t>
            </a:r>
          </a:p>
        </p:txBody>
      </p:sp>
      <p:sp>
        <p:nvSpPr>
          <p:cNvPr id="46" name="참고 이미지 3">
            <a:extLst xmlns:a="http://schemas.openxmlformats.org/drawingml/2006/main">
              <a:ext uri="{FF2B5EF4-FFF2-40B4-BE49-F238E27FC236}">
                <a16:creationId xmlns:a16="http://schemas.microsoft.com/office/drawing/2014/main" id="{6AA63170-B84C-48E0-9B8A-E663E72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622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2025" b="1">
                <a:solidFill>
                  <a:srgbClr val="77869B"/>
                </a:solidFill>
                <a:latin typeface="페이퍼로지 7 Bold"/>
                <a:ea typeface="페이퍼로지 7 Bold"/>
                <a:cs typeface="페이퍼로지 7 Bold"/>
              </a:rPr>
              <a:t>참고 이미지 3</a:t>
            </a:r>
          </a:p>
        </p:txBody>
      </p:sp>
      <p:sp>
        <p:nvSpPr>
          <p:cNvPr id="47" name="그림 전체가 보이게 넣어요">
            <a:extLst xmlns:a="http://schemas.openxmlformats.org/drawingml/2006/main">
              <a:ext uri="{FF2B5EF4-FFF2-40B4-BE49-F238E27FC236}">
                <a16:creationId xmlns:a16="http://schemas.microsoft.com/office/drawing/2014/main" id="{3192D71E-D482-477C-A434-E1B1096B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그림 전체가 보이게 넣어요</a:t>
            </a:r>
          </a:p>
        </p:txBody>
      </p:sp>
      <p:sp>
        <p:nvSpPr>
          <p:cNvPr id="48" name="고른 이유: ______________">
            <a:extLst xmlns:a="http://schemas.openxmlformats.org/drawingml/2006/main">
              <a:ext uri="{FF2B5EF4-FFF2-40B4-BE49-F238E27FC236}">
                <a16:creationId xmlns:a16="http://schemas.microsoft.com/office/drawing/2014/main" id="{1C341F76-FA76-442A-8E5D-300C447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9053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고른 이유: ______________</a:t>
            </a:r>
          </a:p>
        </p:txBody>
      </p:sp>
      <p:sp>
        <p:nvSpPr>
          <p:cNvPr id="49" name="출처: __________________">
            <a:extLst xmlns:a="http://schemas.openxmlformats.org/drawingml/2006/main">
              <a:ext uri="{FF2B5EF4-FFF2-40B4-BE49-F238E27FC236}">
                <a16:creationId xmlns:a16="http://schemas.microsoft.com/office/drawing/2014/main" id="{D1969320-3289-4FE9-BA7E-97B13790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286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5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출처: __________________</a:t>
            </a:r>
          </a:p>
        </p:txBody>
      </p:sp>
      <p:sp>
        <p:nvSpPr>
          <p:cNvPr id="50" name="피하고 싶은 표현 입력란">
            <a:extLst xmlns:a="http://schemas.openxmlformats.org/drawingml/2006/main">
              <a:ext uri="{FF2B5EF4-FFF2-40B4-BE49-F238E27FC236}">
                <a16:creationId xmlns:a16="http://schemas.microsoft.com/office/drawing/2014/main" id="{421C81D3-CF98-4C8C-AC96-80E0F6C7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94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51" name="피할 표현 1">
            <a:extLst xmlns:a="http://schemas.openxmlformats.org/drawingml/2006/main">
              <a:ext uri="{FF2B5EF4-FFF2-40B4-BE49-F238E27FC236}">
                <a16:creationId xmlns:a16="http://schemas.microsoft.com/office/drawing/2014/main" id="{D54A509B-B925-46CE-AF5B-BFA48232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72175"/>
            <a:ext cx="19202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피할 표현 1</a:t>
            </a:r>
          </a:p>
        </p:txBody>
      </p:sp>
      <p:sp>
        <p:nvSpPr>
          <p:cNvPr id="52" name="피할 표현 2">
            <a:extLst xmlns:a="http://schemas.openxmlformats.org/drawingml/2006/main">
              <a:ext uri="{FF2B5EF4-FFF2-40B4-BE49-F238E27FC236}">
                <a16:creationId xmlns:a16="http://schemas.microsoft.com/office/drawing/2014/main" id="{B1491038-2EE4-4BE8-B572-B594AB82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990" y="5972175"/>
            <a:ext cx="19202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피할 표현 2</a:t>
            </a:r>
          </a:p>
        </p:txBody>
      </p:sp>
      <p:sp>
        <p:nvSpPr>
          <p:cNvPr id="53" name="피할 표현 3">
            <a:extLst xmlns:a="http://schemas.openxmlformats.org/drawingml/2006/main">
              <a:ext uri="{FF2B5EF4-FFF2-40B4-BE49-F238E27FC236}">
                <a16:creationId xmlns:a16="http://schemas.microsoft.com/office/drawing/2014/main" id="{55F915FB-323D-4321-9F08-1A63A8FF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230" y="5972175"/>
            <a:ext cx="19202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피할 표현 3</a:t>
            </a:r>
          </a:p>
        </p:txBody>
      </p:sp>
      <p:sp>
        <p:nvSpPr>
          <p:cNvPr id="54" name="피할 표현 4">
            <a:extLst xmlns:a="http://schemas.openxmlformats.org/drawingml/2006/main">
              <a:ext uri="{FF2B5EF4-FFF2-40B4-BE49-F238E27FC236}">
                <a16:creationId xmlns:a16="http://schemas.microsoft.com/office/drawing/2014/main" id="{E188AA20-F82F-471F-9085-70A2D86D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470" y="5972175"/>
            <a:ext cx="19202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피할 표현 4</a:t>
            </a:r>
          </a:p>
        </p:txBody>
      </p:sp>
      <p:sp>
        <p:nvSpPr>
          <p:cNvPr id="55" name="피할 표현 5">
            <a:extLst xmlns:a="http://schemas.openxmlformats.org/drawingml/2006/main">
              <a:ext uri="{FF2B5EF4-FFF2-40B4-BE49-F238E27FC236}">
                <a16:creationId xmlns:a16="http://schemas.microsoft.com/office/drawing/2014/main" id="{9A9541F1-084F-4BC2-981C-482A0DF6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710" y="5972175"/>
            <a:ext cx="19202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00" b="0">
                <a:solidFill>
                  <a:srgbClr val="77869B"/>
                </a:solidFill>
                <a:latin typeface="페이퍼로지 5 Medium"/>
                <a:ea typeface="페이퍼로지 5 Medium"/>
                <a:cs typeface="페이퍼로지 5 Medium"/>
              </a:rPr>
              <a:t>피할 표현 5</a:t>
            </a:r>
          </a:p>
        </p:txBody>
      </p:sp>
    </p:spTree>
    <p:extLst>
      <p:ext uri="{BB962C8B-B14F-4D97-AF65-F5344CB8AC3E}">
        <p14:creationId xmlns:p14="http://schemas.microsoft.com/office/powerpoint/2010/main" val="20359096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무드보드 바탕">
            <a:extLst xmlns:a="http://schemas.openxmlformats.org/drawingml/2006/main">
              <a:ext uri="{FF2B5EF4-FFF2-40B4-BE49-F238E27FC236}">
                <a16:creationId xmlns:a16="http://schemas.microsoft.com/office/drawing/2014/main" id="{F552B9A8-37A0-4497-B230-34ECF12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편집 가능한 무드보드 표">
            <a:extLst xmlns:a="http://schemas.openxmlformats.org/drawingml/2006/main">
              <a:ext uri="{FF2B5EF4-FFF2-40B4-BE49-F238E27FC236}">
                <a16:creationId xmlns:a16="http://schemas.microsoft.com/office/drawing/2014/main" id="{CF11601B-AB2E-4012-B045-8E5F5EA6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BCFDF"/>
            </a:solidFill>
            <a:prstDash val="solid"/>
          </a:ln>
        </p:spPr>
      </p:sp>
      <p:sp>
        <p:nvSpPr>
          <p:cNvPr id="3" name="팀 이름 항목">
            <a:extLst xmlns:a="http://schemas.openxmlformats.org/drawingml/2006/main">
              <a:ext uri="{FF2B5EF4-FFF2-40B4-BE49-F238E27FC236}">
                <a16:creationId xmlns:a16="http://schemas.microsoft.com/office/drawing/2014/main" id="{55722386-8A7A-4B35-9CC3-48984D80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4" name="팀 이름">
            <a:extLst xmlns:a="http://schemas.openxmlformats.org/drawingml/2006/main">
              <a:ext uri="{FF2B5EF4-FFF2-40B4-BE49-F238E27FC236}">
                <a16:creationId xmlns:a16="http://schemas.microsoft.com/office/drawing/2014/main" id="{EFF34C9E-56D2-4D95-917C-104BF489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팀 이름</a:t>
            </a:r>
          </a:p>
        </p:txBody>
      </p:sp>
      <p:sp>
        <p:nvSpPr>
          <p:cNvPr id="5" name="게임 제목 항목">
            <a:extLst xmlns:a="http://schemas.openxmlformats.org/drawingml/2006/main">
              <a:ext uri="{FF2B5EF4-FFF2-40B4-BE49-F238E27FC236}">
                <a16:creationId xmlns:a16="http://schemas.microsoft.com/office/drawing/2014/main" id="{8574CF35-A95B-4BBF-8C35-D6CF6354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0485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6" name="게임 제목">
            <a:extLst xmlns:a="http://schemas.openxmlformats.org/drawingml/2006/main">
              <a:ext uri="{FF2B5EF4-FFF2-40B4-BE49-F238E27FC236}">
                <a16:creationId xmlns:a16="http://schemas.microsoft.com/office/drawing/2014/main" id="{BCCEF21D-D622-48EC-8AB6-EDCA68BC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247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게임 제목</a:t>
            </a:r>
          </a:p>
        </p:txBody>
      </p:sp>
      <p:sp>
        <p:nvSpPr>
          <p:cNvPr id="7" name="색깔&#10;3~6개 항목">
            <a:extLst xmlns:a="http://schemas.openxmlformats.org/drawingml/2006/main">
              <a:ext uri="{FF2B5EF4-FFF2-40B4-BE49-F238E27FC236}">
                <a16:creationId xmlns:a16="http://schemas.microsoft.com/office/drawing/2014/main" id="{9A47FBC7-FDE5-4EFC-B2FC-B7DA6CAD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81100"/>
            <a:ext cx="1790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8" name="색깔&#10;3~6개">
            <a:extLst xmlns:a="http://schemas.openxmlformats.org/drawingml/2006/main">
              <a:ext uri="{FF2B5EF4-FFF2-40B4-BE49-F238E27FC236}">
                <a16:creationId xmlns:a16="http://schemas.microsoft.com/office/drawing/2014/main" id="{9293667F-9056-413A-BD24-DC9E6E5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28725"/>
            <a:ext cx="1485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색깔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3~6개</a:t>
            </a:r>
          </a:p>
        </p:txBody>
      </p:sp>
      <p:sp>
        <p:nvSpPr>
          <p:cNvPr id="9" name="참고 이미지&#10;3장 항목">
            <a:extLst xmlns:a="http://schemas.openxmlformats.org/drawingml/2006/main">
              <a:ext uri="{FF2B5EF4-FFF2-40B4-BE49-F238E27FC236}">
                <a16:creationId xmlns:a16="http://schemas.microsoft.com/office/drawing/2014/main" id="{B2C218FA-99D5-4112-A4CC-BBE6EA08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190750"/>
            <a:ext cx="17907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0" name="참고 이미지&#10;3장">
            <a:extLst xmlns:a="http://schemas.openxmlformats.org/drawingml/2006/main">
              <a:ext uri="{FF2B5EF4-FFF2-40B4-BE49-F238E27FC236}">
                <a16:creationId xmlns:a16="http://schemas.microsoft.com/office/drawing/2014/main" id="{899DF3BB-08EE-47B0-AC2A-2FABBEA5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14859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참고 이미지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7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3장</a:t>
            </a:r>
          </a:p>
        </p:txBody>
      </p:sp>
      <p:sp>
        <p:nvSpPr>
          <p:cNvPr id="11" name="피하고 싶은&#10;표현 3~5개 항목">
            <a:extLst xmlns:a="http://schemas.openxmlformats.org/drawingml/2006/main">
              <a:ext uri="{FF2B5EF4-FFF2-40B4-BE49-F238E27FC236}">
                <a16:creationId xmlns:a16="http://schemas.microsoft.com/office/drawing/2014/main" id="{DB89BB33-1B09-434A-96E8-33B0CA3B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75310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2" name="피하고 싶은&#10;표현 3~5개">
            <a:extLst xmlns:a="http://schemas.openxmlformats.org/drawingml/2006/main">
              <a:ext uri="{FF2B5EF4-FFF2-40B4-BE49-F238E27FC236}">
                <a16:creationId xmlns:a16="http://schemas.microsoft.com/office/drawing/2014/main" id="{1618615E-6A6F-4457-ABED-04A26599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0072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피하고 싶은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725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표현 3~5개</a:t>
            </a:r>
          </a:p>
        </p:txBody>
      </p:sp>
      <p:sp>
        <p:nvSpPr>
          <p:cNvPr id="13" name="팀 이름 입력란">
            <a:extLst xmlns:a="http://schemas.openxmlformats.org/drawingml/2006/main">
              <a:ext uri="{FF2B5EF4-FFF2-40B4-BE49-F238E27FC236}">
                <a16:creationId xmlns:a16="http://schemas.microsoft.com/office/drawing/2014/main" id="{91F1FBF7-AB79-44D6-92F8-65D7001B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4" name="게임 제목 입력란">
            <a:extLst xmlns:a="http://schemas.openxmlformats.org/drawingml/2006/main">
              <a:ext uri="{FF2B5EF4-FFF2-40B4-BE49-F238E27FC236}">
                <a16:creationId xmlns:a16="http://schemas.microsoft.com/office/drawing/2014/main" id="{2458E392-4B5F-4AB8-AE68-5C49747E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0485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5" name="색깔 입력란">
            <a:extLst xmlns:a="http://schemas.openxmlformats.org/drawingml/2006/main">
              <a:ext uri="{FF2B5EF4-FFF2-40B4-BE49-F238E27FC236}">
                <a16:creationId xmlns:a16="http://schemas.microsoft.com/office/drawing/2014/main" id="{EDD93229-457E-434B-BD81-A168B95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81100"/>
            <a:ext cx="7620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6" name="로고 상징 입력란">
            <a:extLst xmlns:a="http://schemas.openxmlformats.org/drawingml/2006/main">
              <a:ext uri="{FF2B5EF4-FFF2-40B4-BE49-F238E27FC236}">
                <a16:creationId xmlns:a16="http://schemas.microsoft.com/office/drawing/2014/main" id="{0151FE38-0E6F-493F-81E6-951C85BF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3241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7" name="로고 상징 제목">
            <a:extLst xmlns:a="http://schemas.openxmlformats.org/drawingml/2006/main">
              <a:ext uri="{FF2B5EF4-FFF2-40B4-BE49-F238E27FC236}">
                <a16:creationId xmlns:a16="http://schemas.microsoft.com/office/drawing/2014/main" id="{5957DCE9-3EB3-4322-8ED3-50AF98F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18" name="로고·상징 1개">
            <a:extLst xmlns:a="http://schemas.openxmlformats.org/drawingml/2006/main">
              <a:ext uri="{FF2B5EF4-FFF2-40B4-BE49-F238E27FC236}">
                <a16:creationId xmlns:a16="http://schemas.microsoft.com/office/drawing/2014/main" id="{78B98099-2002-49F1-99DC-8FDEC419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67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800" b="1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>로고·상징 1개</a:t>
            </a:r>
          </a:p>
        </p:txBody>
      </p:sp>
      <p:sp>
        <p:nvSpPr>
          <p:cNvPr id="19" name="동네탐험대">
            <a:extLst xmlns:a="http://schemas.openxmlformats.org/drawingml/2006/main">
              <a:ext uri="{FF2B5EF4-FFF2-40B4-BE49-F238E27FC236}">
                <a16:creationId xmlns:a16="http://schemas.microsoft.com/office/drawing/2014/main" id="{B327A976-49A1-4D56-A965-5E754454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670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22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동네탐험대</a:t>
            </a:r>
          </a:p>
        </p:txBody>
      </p:sp>
      <p:sp>
        <p:nvSpPr>
          <p:cNvPr id="20" name="동네 보물찾기">
            <a:extLst xmlns:a="http://schemas.openxmlformats.org/drawingml/2006/main">
              <a:ext uri="{FF2B5EF4-FFF2-40B4-BE49-F238E27FC236}">
                <a16:creationId xmlns:a16="http://schemas.microsoft.com/office/drawing/2014/main" id="{1E7B4DC8-FB76-40ED-B1AA-D5624918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7429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22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동네 보물찾기</a:t>
            </a:r>
          </a:p>
        </p:txBody>
      </p:sp>
      <p:sp>
        <p:nvSpPr>
          <p:cNvPr id="21" name="편집 가능한 색깔 1">
            <a:extLst xmlns:a="http://schemas.openxmlformats.org/drawingml/2006/main">
              <a:ext uri="{FF2B5EF4-FFF2-40B4-BE49-F238E27FC236}">
                <a16:creationId xmlns:a16="http://schemas.microsoft.com/office/drawing/2014/main" id="{95CE1BAB-F6EF-4CBF-A110-3C5DFA91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E5F8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22" name="하늘색">
            <a:extLst xmlns:a="http://schemas.openxmlformats.org/drawingml/2006/main">
              <a:ext uri="{FF2B5EF4-FFF2-40B4-BE49-F238E27FC236}">
                <a16:creationId xmlns:a16="http://schemas.microsoft.com/office/drawing/2014/main" id="{290A7B7A-A7CA-4DD8-A007-EB88EE6F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하늘색</a:t>
            </a:r>
          </a:p>
        </p:txBody>
      </p:sp>
      <p:sp>
        <p:nvSpPr>
          <p:cNvPr id="23" name="편집 가능한 색깔 2">
            <a:extLst xmlns:a="http://schemas.openxmlformats.org/drawingml/2006/main">
              <a:ext uri="{FF2B5EF4-FFF2-40B4-BE49-F238E27FC236}">
                <a16:creationId xmlns:a16="http://schemas.microsoft.com/office/drawing/2014/main" id="{8C3D8629-DA4E-4A63-BE51-AAFB80F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DA61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24" name="연두색">
            <a:extLst xmlns:a="http://schemas.openxmlformats.org/drawingml/2006/main">
              <a:ext uri="{FF2B5EF4-FFF2-40B4-BE49-F238E27FC236}">
                <a16:creationId xmlns:a16="http://schemas.microsoft.com/office/drawing/2014/main" id="{8C824EE1-B7B4-4F74-AA05-CC682429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연두색</a:t>
            </a:r>
          </a:p>
        </p:txBody>
      </p:sp>
      <p:sp>
        <p:nvSpPr>
          <p:cNvPr id="25" name="편집 가능한 색깔 3">
            <a:extLst xmlns:a="http://schemas.openxmlformats.org/drawingml/2006/main">
              <a:ext uri="{FF2B5EF4-FFF2-40B4-BE49-F238E27FC236}">
                <a16:creationId xmlns:a16="http://schemas.microsoft.com/office/drawing/2014/main" id="{9861FBFD-DEFE-4156-A16F-6C5E50EF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4F"/>
          </a:solidFill>
          <a:ln xmlns:a="http://schemas.openxmlformats.org/drawingml/2006/main" w="19050">
            <a:solidFill>
              <a:srgbClr val="07104F"/>
            </a:solidFill>
            <a:prstDash val="solid"/>
          </a:ln>
        </p:spPr>
      </p:sp>
      <p:sp>
        <p:nvSpPr>
          <p:cNvPr id="26" name="남색">
            <a:extLst xmlns:a="http://schemas.openxmlformats.org/drawingml/2006/main">
              <a:ext uri="{FF2B5EF4-FFF2-40B4-BE49-F238E27FC236}">
                <a16:creationId xmlns:a16="http://schemas.microsoft.com/office/drawing/2014/main" id="{E4958797-0454-4BB1-9816-FE36A89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남색</a:t>
            </a:r>
          </a:p>
        </p:txBody>
      </p:sp>
      <p:sp>
        <p:nvSpPr>
          <p:cNvPr id="27" name="편집 가능한 색깔 4">
            <a:extLst xmlns:a="http://schemas.openxmlformats.org/drawingml/2006/main">
              <a:ext uri="{FF2B5EF4-FFF2-40B4-BE49-F238E27FC236}">
                <a16:creationId xmlns:a16="http://schemas.microsoft.com/office/drawing/2014/main" id="{DD08F4C1-F287-4620-9530-9724AC3E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28" name="노랑">
            <a:extLst xmlns:a="http://schemas.openxmlformats.org/drawingml/2006/main">
              <a:ext uri="{FF2B5EF4-FFF2-40B4-BE49-F238E27FC236}">
                <a16:creationId xmlns:a16="http://schemas.microsoft.com/office/drawing/2014/main" id="{81B1D981-ABBF-4FA0-8F7F-6439D27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노랑</a:t>
            </a:r>
          </a:p>
        </p:txBody>
      </p:sp>
      <p:sp>
        <p:nvSpPr>
          <p:cNvPr id="29" name="편집 가능한 색깔 5">
            <a:extLst xmlns:a="http://schemas.openxmlformats.org/drawingml/2006/main">
              <a:ext uri="{FF2B5EF4-FFF2-40B4-BE49-F238E27FC236}">
                <a16:creationId xmlns:a16="http://schemas.microsoft.com/office/drawing/2014/main" id="{C4F1A999-7D5E-4A4C-B258-28C4A5F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70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30" name="주황">
            <a:extLst xmlns:a="http://schemas.openxmlformats.org/drawingml/2006/main">
              <a:ext uri="{FF2B5EF4-FFF2-40B4-BE49-F238E27FC236}">
                <a16:creationId xmlns:a16="http://schemas.microsoft.com/office/drawing/2014/main" id="{F0C8E5FA-FC7A-495C-ACE7-AB4EE4A8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주황</a:t>
            </a:r>
          </a:p>
        </p:txBody>
      </p:sp>
      <p:sp>
        <p:nvSpPr>
          <p:cNvPr id="31" name="편집 가능한 색깔 6">
            <a:extLst xmlns:a="http://schemas.openxmlformats.org/drawingml/2006/main">
              <a:ext uri="{FF2B5EF4-FFF2-40B4-BE49-F238E27FC236}">
                <a16:creationId xmlns:a16="http://schemas.microsoft.com/office/drawing/2014/main" id="{302F66F5-36CC-43B5-8411-FBC9EA33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343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FDF"/>
            </a:solidFill>
            <a:prstDash val="solid"/>
          </a:ln>
        </p:spPr>
      </p:sp>
      <p:sp>
        <p:nvSpPr>
          <p:cNvPr id="32" name="흰색">
            <a:extLst xmlns:a="http://schemas.openxmlformats.org/drawingml/2006/main">
              <a:ext uri="{FF2B5EF4-FFF2-40B4-BE49-F238E27FC236}">
                <a16:creationId xmlns:a16="http://schemas.microsoft.com/office/drawing/2014/main" id="{A810BA16-537B-4A32-B8B7-DDF5C9FC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47850"/>
            <a:ext cx="91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20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흰색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193496-9171-4B8E-895F-66520EB9B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4c89d8fcd402c"/>
          <a:stretch xmlns:a="http://schemas.openxmlformats.org/drawingml/2006/main"/>
        </p:blipFill>
        <p:spPr>
          <a:xfrm xmlns:a="http://schemas.openxmlformats.org/drawingml/2006/main">
            <a:off x="9994106" y="771525"/>
            <a:ext cx="1614488" cy="1076325"/>
          </a:xfrm>
          <a:prstGeom xmlns:a="http://schemas.openxmlformats.org/drawingml/2006/main" prst="rect">
            <a:avLst/>
          </a:prstGeom>
        </p:spPr>
      </p:pic>
      <p:sp>
        <p:nvSpPr>
          <p:cNvPr id="34" name="임시 상징">
            <a:extLst xmlns:a="http://schemas.openxmlformats.org/drawingml/2006/main">
              <a:ext uri="{FF2B5EF4-FFF2-40B4-BE49-F238E27FC236}">
                <a16:creationId xmlns:a16="http://schemas.microsoft.com/office/drawing/2014/main" id="{91352442-8961-4991-98B0-6B4CF8F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57375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3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임시 상징</a:t>
            </a:r>
          </a:p>
        </p:txBody>
      </p:sp>
      <p:sp>
        <p:nvSpPr>
          <p:cNvPr id="35" name="참고 이미지 1 자리">
            <a:extLst xmlns:a="http://schemas.openxmlformats.org/drawingml/2006/main">
              <a:ext uri="{FF2B5EF4-FFF2-40B4-BE49-F238E27FC236}">
                <a16:creationId xmlns:a16="http://schemas.microsoft.com/office/drawing/2014/main" id="{03E141DB-3419-428E-8908-7CC9F7B2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81250"/>
            <a:ext cx="2990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9525">
            <a:solidFill>
              <a:srgbClr val="9BCFDF"/>
            </a:solidFill>
            <a:prstDash val="solid"/>
          </a:ln>
        </p:spPr>
      </p:sp>
      <p:sp>
        <p:nvSpPr>
          <p:cNvPr id="36" name="참고 이미지 2 자리">
            <a:extLst xmlns:a="http://schemas.openxmlformats.org/drawingml/2006/main">
              <a:ext uri="{FF2B5EF4-FFF2-40B4-BE49-F238E27FC236}">
                <a16:creationId xmlns:a16="http://schemas.microsoft.com/office/drawing/2014/main" id="{848C0B78-88E0-4CF4-B1D6-8D34A207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81250"/>
            <a:ext cx="2990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9525">
            <a:solidFill>
              <a:srgbClr val="9BCFDF"/>
            </a:solidFill>
            <a:prstDash val="solid"/>
          </a:ln>
        </p:spPr>
      </p:sp>
      <p:sp>
        <p:nvSpPr>
          <p:cNvPr id="37" name="참고 이미지 3 자리">
            <a:extLst xmlns:a="http://schemas.openxmlformats.org/drawingml/2006/main">
              <a:ext uri="{FF2B5EF4-FFF2-40B4-BE49-F238E27FC236}">
                <a16:creationId xmlns:a16="http://schemas.microsoft.com/office/drawing/2014/main" id="{E00F9CEA-AC78-45DB-8A77-016BDC82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990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9525">
            <a:solidFill>
              <a:srgbClr val="9BCFDF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325898-4ADA-4FA6-90FA-1879B96FC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2008ea3624339"/>
          <a:stretch xmlns:a="http://schemas.openxmlformats.org/drawingml/2006/main"/>
        </p:blipFill>
        <p:spPr>
          <a:xfrm xmlns:a="http://schemas.openxmlformats.org/drawingml/2006/main">
            <a:off x="2862071" y="2457450"/>
            <a:ext cx="1762508" cy="2266950"/>
          </a:xfrm>
          <a:prstGeom xmlns:a="http://schemas.openxmlformats.org/drawingml/2006/main" prst="rect">
            <a:avLst/>
          </a:prstGeom>
        </p:spPr>
      </p:pic>
      <p:sp>
        <p:nvSpPr>
          <p:cNvPr id="39" name="새로운 길을 찾아가는 느낌">
            <a:extLst xmlns:a="http://schemas.openxmlformats.org/drawingml/2006/main">
              <a:ext uri="{FF2B5EF4-FFF2-40B4-BE49-F238E27FC236}">
                <a16:creationId xmlns:a16="http://schemas.microsoft.com/office/drawing/2014/main" id="{DD532E1E-A04E-47C2-9606-4ED2CF7C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9053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새로운 길을 찾아가는 느낌</a:t>
            </a:r>
          </a:p>
        </p:txBody>
      </p:sp>
      <p:sp>
        <p:nvSpPr>
          <p:cNvPr id="40" name="출처: 우리동네플레이어 제공자료">
            <a:extLst xmlns:a="http://schemas.openxmlformats.org/drawingml/2006/main">
              <a:ext uri="{FF2B5EF4-FFF2-40B4-BE49-F238E27FC236}">
                <a16:creationId xmlns:a16="http://schemas.microsoft.com/office/drawing/2014/main" id="{83679B55-6B17-434B-8DF4-40A6C6B7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86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출처: 우리동네플레이어 제공자료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F6F5D8-EF3B-47D3-84F2-2A4A99242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790ed54844d6f"/>
          <a:stretch xmlns:a="http://schemas.openxmlformats.org/drawingml/2006/main"/>
        </p:blipFill>
        <p:spPr>
          <a:xfrm xmlns:a="http://schemas.openxmlformats.org/drawingml/2006/main">
            <a:off x="6118620" y="2457450"/>
            <a:ext cx="1745459" cy="2266950"/>
          </a:xfrm>
          <a:prstGeom xmlns:a="http://schemas.openxmlformats.org/drawingml/2006/main" prst="rect">
            <a:avLst/>
          </a:prstGeom>
        </p:spPr>
      </p:pic>
      <p:sp>
        <p:nvSpPr>
          <p:cNvPr id="42" name="보물을 찾았을 때 신난 느낌">
            <a:extLst xmlns:a="http://schemas.openxmlformats.org/drawingml/2006/main">
              <a:ext uri="{FF2B5EF4-FFF2-40B4-BE49-F238E27FC236}">
                <a16:creationId xmlns:a16="http://schemas.microsoft.com/office/drawing/2014/main" id="{C38F8ED0-FF11-4A18-AE92-F426A22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053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보물을 찾았을 때 신난 느낌</a:t>
            </a:r>
          </a:p>
        </p:txBody>
      </p:sp>
      <p:sp>
        <p:nvSpPr>
          <p:cNvPr id="43" name="출처: 우리동네플레이어 제공자료">
            <a:extLst xmlns:a="http://schemas.openxmlformats.org/drawingml/2006/main">
              <a:ext uri="{FF2B5EF4-FFF2-40B4-BE49-F238E27FC236}">
                <a16:creationId xmlns:a16="http://schemas.microsoft.com/office/drawing/2014/main" id="{56D6FABC-C308-49E7-9436-5C4AD554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86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출처: 우리동네플레이어 제공자료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31EFCE-1D0E-4667-B276-EDE8DB221B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c01d65bf64121"/>
          <a:stretch xmlns:a="http://schemas.openxmlformats.org/drawingml/2006/main"/>
        </p:blipFill>
        <p:spPr>
          <a:xfrm xmlns:a="http://schemas.openxmlformats.org/drawingml/2006/main">
            <a:off x="8896350" y="2517253"/>
            <a:ext cx="2686050" cy="2147344"/>
          </a:xfrm>
          <a:prstGeom xmlns:a="http://schemas.openxmlformats.org/drawingml/2006/main" prst="rect">
            <a:avLst/>
          </a:prstGeom>
        </p:spPr>
      </p:pic>
      <p:sp>
        <p:nvSpPr>
          <p:cNvPr id="45" name="함께 움직이는 즐거운 느낌">
            <a:extLst xmlns:a="http://schemas.openxmlformats.org/drawingml/2006/main">
              <a:ext uri="{FF2B5EF4-FFF2-40B4-BE49-F238E27FC236}">
                <a16:creationId xmlns:a16="http://schemas.microsoft.com/office/drawing/2014/main" id="{C9339C1D-B085-4330-94A0-D6E70E29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9053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5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함께 움직이는 즐거운 느낌</a:t>
            </a:r>
          </a:p>
        </p:txBody>
      </p:sp>
      <p:sp>
        <p:nvSpPr>
          <p:cNvPr id="46" name="출처: 우리동네플레이어 제공자료">
            <a:extLst xmlns:a="http://schemas.openxmlformats.org/drawingml/2006/main">
              <a:ext uri="{FF2B5EF4-FFF2-40B4-BE49-F238E27FC236}">
                <a16:creationId xmlns:a16="http://schemas.microsoft.com/office/drawing/2014/main" id="{7DFD1211-2598-4C58-AC44-60031D2B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2863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050" b="0">
                <a:solidFill>
                  <a:srgbClr val="53617A"/>
                </a:solidFill>
                <a:latin typeface="페이퍼로지 5 Medium"/>
                <a:ea typeface="페이퍼로지 5 Medium"/>
                <a:cs typeface="페이퍼로지 5 Medium"/>
              </a:rPr>
              <a:t>출처: 우리동네플레이어 제공자료</a:t>
            </a:r>
          </a:p>
        </p:txBody>
      </p:sp>
      <p:sp>
        <p:nvSpPr>
          <p:cNvPr id="47" name="피하고 싶은 표현 입력란">
            <a:extLst xmlns:a="http://schemas.openxmlformats.org/drawingml/2006/main">
              <a:ext uri="{FF2B5EF4-FFF2-40B4-BE49-F238E27FC236}">
                <a16:creationId xmlns:a16="http://schemas.microsoft.com/office/drawing/2014/main" id="{62BDB6BC-95FB-473C-9230-FD4F5ACE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994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CFDF"/>
            </a:solidFill>
            <a:prstDash val="solid"/>
          </a:ln>
        </p:spPr>
      </p:sp>
      <p:sp>
        <p:nvSpPr>
          <p:cNvPr id="48" name="×  사진 같은 얼굴">
            <a:extLst xmlns:a="http://schemas.openxmlformats.org/drawingml/2006/main">
              <a:ext uri="{FF2B5EF4-FFF2-40B4-BE49-F238E27FC236}">
                <a16:creationId xmlns:a16="http://schemas.microsoft.com/office/drawing/2014/main" id="{08444529-EFF0-49FE-9DD2-5F3475A3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721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×  사진 같은 얼굴</a:t>
            </a:r>
          </a:p>
        </p:txBody>
      </p:sp>
      <p:sp>
        <p:nvSpPr>
          <p:cNvPr id="49" name="×  어둡고 탁한 색">
            <a:extLst xmlns:a="http://schemas.openxmlformats.org/drawingml/2006/main">
              <a:ext uri="{FF2B5EF4-FFF2-40B4-BE49-F238E27FC236}">
                <a16:creationId xmlns:a16="http://schemas.microsoft.com/office/drawing/2014/main" id="{DF477D3D-2A2F-4B7C-974D-AF0B9BE8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9721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×  어둡고 탁한 색</a:t>
            </a:r>
          </a:p>
        </p:txBody>
      </p:sp>
      <p:sp>
        <p:nvSpPr>
          <p:cNvPr id="50" name="×  작은 글씨">
            <a:extLst xmlns:a="http://schemas.openxmlformats.org/drawingml/2006/main">
              <a:ext uri="{FF2B5EF4-FFF2-40B4-BE49-F238E27FC236}">
                <a16:creationId xmlns:a16="http://schemas.microsoft.com/office/drawing/2014/main" id="{EFB44D99-B6A4-48E1-9DD1-C3F4CD93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9721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×  작은 글씨</a:t>
            </a:r>
          </a:p>
        </p:txBody>
      </p:sp>
      <p:sp>
        <p:nvSpPr>
          <p:cNvPr id="51" name="×  과한 장식">
            <a:extLst xmlns:a="http://schemas.openxmlformats.org/drawingml/2006/main">
              <a:ext uri="{FF2B5EF4-FFF2-40B4-BE49-F238E27FC236}">
                <a16:creationId xmlns:a16="http://schemas.microsoft.com/office/drawing/2014/main" id="{7C4F9927-4157-4AE5-91E1-52843115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9721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65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×  과한 장식</a:t>
            </a:r>
          </a:p>
        </p:txBody>
      </p:sp>
    </p:spTree>
    <p:extLst>
      <p:ext uri="{BB962C8B-B14F-4D97-AF65-F5344CB8AC3E}">
        <p14:creationId xmlns:p14="http://schemas.microsoft.com/office/powerpoint/2010/main" val="632463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4E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35분 무드보드 만들기">
            <a:extLst xmlns:a="http://schemas.openxmlformats.org/drawingml/2006/main">
              <a:ext uri="{FF2B5EF4-FFF2-40B4-BE49-F238E27FC236}">
                <a16:creationId xmlns:a16="http://schemas.microsoft.com/office/drawing/2014/main" id="{810517EA-B942-4BDA-B45C-ED0DDBF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3300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35분 무드보드 만들기</a:t>
            </a:r>
          </a:p>
        </p:txBody>
      </p:sp>
      <p:sp>
        <p:nvSpPr>
          <p:cNvPr id="2" name="우리 게임의 느낌과 고른 이유를 한 장에 모아요">
            <a:extLst xmlns:a="http://schemas.openxmlformats.org/drawingml/2006/main">
              <a:ext uri="{FF2B5EF4-FFF2-40B4-BE49-F238E27FC236}">
                <a16:creationId xmlns:a16="http://schemas.microsoft.com/office/drawing/2014/main" id="{9FD9086C-631C-4CC8-AC75-09B3032B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07104F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7104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950" b="0">
                <a:solidFill>
                  <a:srgbClr val="07104F"/>
                </a:solidFill>
                <a:latin typeface="페이퍼로지 5 Medium"/>
                <a:ea typeface="페이퍼로지 5 Medium"/>
                <a:cs typeface="페이퍼로지 5 Medium"/>
              </a:rPr>
              <a:t>우리 게임의 느낌과 고른 이유를 한 장에 모아요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62261-F6A3-42B6-AEAB-174C3A688D05}"/>
              </a:ext>
            </a:extLst>
          </p:cNvPr>
          <p:cNvGraphicFramePr/>
          <p:nvPr/>
        </p:nvGraphicFramePr>
        <p:xfrm>
          <a:off xmlns:a="http://schemas.openxmlformats.org/drawingml/2006/main" x="495300" y="1571625"/>
          <a:ext xmlns:a="http://schemas.openxmlformats.org/drawingml/2006/main" cx="112014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810125"/>
                <a:gridCol w="4867275"/>
              </a:tblGrid>
              <a:tr h="555171"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9BCFDF"/>
                      </a:solidFill>
                      <a:prstDash val="solid"/>
                    </a:lnL>
                    <a:lnR w="13335">
                      <a:solidFill>
                        <a:srgbClr val="9BCFDF"/>
                      </a:solidFill>
                      <a:prstDash val="solid"/>
                    </a:lnR>
                    <a:lnT w="13335">
                      <a:solidFill>
                        <a:srgbClr val="9BCFDF"/>
                      </a:solidFill>
                      <a:prstDash val="solid"/>
                    </a:lnT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07104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우리 팀이 하는 일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T w="13335">
                      <a:solidFill>
                        <a:srgbClr val="9BCFDF"/>
                      </a:solidFill>
                      <a:prstDash val="solid"/>
                    </a:lnT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07104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페이퍼로지 7 Bold"/>
                          <a:ea typeface="페이퍼로지 7 Bold"/>
                          <a:cs typeface="페이퍼로지 7 Bold"/>
                        </a:rPr>
                        <a:t>멘토가 돕는 법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T w="13335">
                      <a:solidFill>
                        <a:srgbClr val="9BCFDF"/>
                      </a:solidFill>
                      <a:prstDash val="solid"/>
                    </a:lnT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07104F"/>
                    </a:solidFill>
                  </a:tcPr>
                </a:tc>
              </a:tr>
              <a:tr h="555171"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0~5분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9BCFDF"/>
                      </a:solidFill>
                      <a:prstDash val="solid"/>
                    </a:lnL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기획 한 문장 · 팀 이름 · 게임 제목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청소년의 말을 짧게 적어요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5~10분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9BCFDF"/>
                      </a:solidFill>
                      <a:prstDash val="solid"/>
                    </a:lnL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색깔 3~6개 · 느낌 낱말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후보를 나란히 놓고 비교해요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10~15분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9BCFDF"/>
                      </a:solidFill>
                      <a:prstDash val="solid"/>
                    </a:lnL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임시 상징 1개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손그림·준비 이미지도 좋아요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15~27분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9BCFDF"/>
                      </a:solidFill>
                      <a:prstDash val="solid"/>
                    </a:lnL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참고 이미지 3장 · 이유 · 출처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후보 6~9개 중 고르고 설명해요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27~32분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9BCFDF"/>
                      </a:solidFill>
                      <a:prstDash val="solid"/>
                    </a:lnL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피할 표현 3~5개 · 서로 설명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모든 청소년의 이유를 들어요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32~35분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9BCFDF"/>
                      </a:solidFill>
                      <a:prstDash val="solid"/>
                    </a:lnL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무드보드 PNG · JSON 저장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333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07104F"/>
                          </a:solidFill>
                          <a:latin typeface="페이퍼로지 5 Medium"/>
                          <a:ea typeface="페이퍼로지 5 Medium"/>
                          <a:cs typeface="페이퍼로지 5 Medium"/>
                        </a:rPr>
                        <a:t>다음 시간에 다시 열어봐요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9BCFDF"/>
                      </a:solidFill>
                      <a:prstDash val="solid"/>
                    </a:lnR>
                    <a:lnB w="13335">
                      <a:solidFill>
                        <a:srgbClr val="9BC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멘토 준비  이미지 후보 6~9개를 미리 정리해요">
            <a:extLst xmlns:a="http://schemas.openxmlformats.org/drawingml/2006/main">
              <a:ext uri="{FF2B5EF4-FFF2-40B4-BE49-F238E27FC236}">
                <a16:creationId xmlns:a16="http://schemas.microsoft.com/office/drawing/2014/main" id="{51F9F0FF-5152-4545-BF36-86B5713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11106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defRPr>
            </a:pPr>
            <a:r>
              <a:rPr sz="1725" b="1">
                <a:solidFill>
                  <a:srgbClr val="07104F"/>
                </a:solidFill>
                <a:latin typeface="페이퍼로지 7 Bold"/>
                <a:ea typeface="페이퍼로지 7 Bold"/>
                <a:cs typeface="페이퍼로지 7 Bold"/>
              </a:rPr>
              <a:t>멘토 준비  이미지 후보 6~9개를 미리 정리해요</a:t>
            </a:r>
          </a:p>
        </p:txBody>
      </p:sp>
      <p:sp>
        <p:nvSpPr>
          <p:cNvPr id="5" name="상징 생성이 늦으면 스케치나 준비 이미지를 쓰고, ">
            <a:extLst xmlns:a="http://schemas.openxmlformats.org/drawingml/2006/main">
              <a:ext uri="{FF2B5EF4-FFF2-40B4-BE49-F238E27FC236}">
                <a16:creationId xmlns:a16="http://schemas.microsoft.com/office/drawing/2014/main" id="{FDD70F77-D841-449F-8429-ADC24B0C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07104F"/>
                </a:solidFill>
                <a:latin typeface="페이퍼로지 5 Medium"/>
                <a:ea typeface="페이퍼로지 5 Medium"/>
                <a:cs typeface="페이퍼로지 5 Medium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07104F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1575" b="0">
                <a:solidFill>
                  <a:srgbClr val="07104F"/>
                </a:solidFill>
                <a:latin typeface="페이퍼로지 5 Medium"/>
                <a:ea typeface="페이퍼로지 5 Medium"/>
                <a:cs typeface="페이퍼로지 5 Medium"/>
              </a:rPr>
              <a:t>상징 생성이 늦으면 스케치나 준비 이미지를 쓰고, 60~100분 이미지 활동에서 다시 골라요</a:t>
            </a:r>
          </a:p>
        </p:txBody>
      </p:sp>
    </p:spTree>
    <p:extLst>
      <p:ext uri="{BB962C8B-B14F-4D97-AF65-F5344CB8AC3E}">
        <p14:creationId xmlns:p14="http://schemas.microsoft.com/office/powerpoint/2010/main" val="1423897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2026-10-16T01:58:46.7080000Z</dcterms:created>
  <dcterms:modified xsi:type="dcterms:W3CDTF">2026-10-16T01:58:46.7080000Z</dcterms:modified>
</coreProperties>
</file>